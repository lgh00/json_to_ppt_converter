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  <a:latin typeface="微软雅黑"/>
              </a:defRPr>
            </a:pPr>
            <a:r>
              <a:t>方程的导入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情境导入-课程导入：生活中的未知数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同学们，生活中我们常常会遇到一些不知道具体数量的问题。比如：妈妈买了一些苹果，吃掉3个，还剩5个，原来有几个苹果呢？以前我们用算术法计算，今天我们将学习一种新的方法来解决这类问题，它就是我们的新朋友——方程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新知讲解-知识点一：用字母表示数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在数学中，我们可以用任意字母（如a, b, x, y）来表示未知的数。这能让复杂的数量关系变得简洁。</a:t>
            </a:r>
          </a:p>
          <a:p>
            <a:pPr>
              <a:defRPr sz="1800">
                <a:latin typeface="微软雅黑"/>
              </a:defRPr>
            </a:pPr>
            <a:r>
              <a:t>    核心规则：字母与数字相乘时，省略乘号，数字在前，如3×x写成3x。</a:t>
            </a:r>
          </a:p>
          <a:p>
            <a:pPr>
              <a:defRPr sz="1800">
                <a:latin typeface="微软雅黑"/>
              </a:defRPr>
            </a:pPr>
            <a:r>
              <a:t>    例题1：小明有x支铅笔，小红比他多2支，小红有(x+2)支；小刚的橡皮是小明的4倍，小刚有4y块橡皮。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新知讲解-知识点二：认识等量关系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等量关系是指两个数量相等的关系，是列方程的依据。就像天平平衡时，左右两边重量相等。</a:t>
            </a:r>
          </a:p>
          <a:p>
            <a:pPr>
              <a:defRPr sz="1800">
                <a:latin typeface="微软雅黑"/>
              </a:defRPr>
            </a:pPr>
            <a:r>
              <a:t>    简单说，就是“左边数量 = 右边数量”。</a:t>
            </a:r>
          </a:p>
          <a:p>
            <a:pPr>
              <a:defRPr sz="1800">
                <a:latin typeface="微软雅黑"/>
              </a:defRPr>
            </a:pPr>
            <a:r>
              <a:t>    例题2：一个空水杯重100克，装入水后总重250克。等量关系是：空水杯质量 + 水的质量 = 总质量。设水的质量为x克，可表示为：100 + x = 250。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新知讲解-知识点三：方程的概念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定义：含有未知数的等式叫做方程。</a:t>
            </a:r>
          </a:p>
          <a:p>
            <a:pPr>
              <a:defRPr sz="1800">
                <a:latin typeface="微软雅黑"/>
              </a:defRPr>
            </a:pPr>
            <a:r>
              <a:t>    必须同时满足两个条件：</a:t>
            </a:r>
          </a:p>
          <a:p>
            <a:pPr>
              <a:defRPr sz="1800">
                <a:latin typeface="微软雅黑"/>
              </a:defRPr>
            </a:pPr>
            <a:r>
              <a:t>    1. 是等式（有等号）</a:t>
            </a:r>
          </a:p>
          <a:p>
            <a:pPr>
              <a:defRPr sz="1800">
                <a:latin typeface="微软雅黑"/>
              </a:defRPr>
            </a:pPr>
            <a:r>
              <a:t>    2. 含有未知数（字母）</a:t>
            </a:r>
          </a:p>
          <a:p>
            <a:pPr>
              <a:defRPr sz="1800">
                <a:latin typeface="微软雅黑"/>
              </a:defRPr>
            </a:pPr>
            <a:r>
              <a:t>    例题3：判断下列式子是否为方程？</a:t>
            </a:r>
          </a:p>
          <a:p>
            <a:pPr>
              <a:defRPr sz="1800">
                <a:latin typeface="微软雅黑"/>
              </a:defRPr>
            </a:pPr>
            <a:r>
              <a:t>    ① 30+x=50 （是，有等号、有未知数）</a:t>
            </a:r>
          </a:p>
          <a:p>
            <a:pPr>
              <a:defRPr sz="1800">
                <a:latin typeface="微软雅黑"/>
              </a:defRPr>
            </a:pPr>
            <a:r>
              <a:t>    ② 20+30=50 （否，无未知数）</a:t>
            </a:r>
          </a:p>
          <a:p>
            <a:pPr>
              <a:defRPr sz="1800">
                <a:latin typeface="微软雅黑"/>
              </a:defRPr>
            </a:pPr>
            <a:r>
              <a:t>    ③ 4x+6    （否，无等号）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课堂巩固-巩固练习：基础题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1. 用字母表示数量：</a:t>
            </a:r>
          </a:p>
          <a:p>
            <a:pPr>
              <a:defRPr sz="1800">
                <a:latin typeface="微软雅黑"/>
              </a:defRPr>
            </a:pPr>
            <a:r>
              <a:t>    一本书80页，乐乐看了a页，还剩（ ）页。</a:t>
            </a:r>
          </a:p>
          <a:p>
            <a:pPr>
              <a:defRPr sz="1800">
                <a:latin typeface="微软雅黑"/>
              </a:defRPr>
            </a:pPr>
            <a:r>
              <a:t>    每分钟走60米，走了t分钟，一共走（ ）米。</a:t>
            </a:r>
          </a:p>
          <a:p>
            <a:pPr>
              <a:defRPr sz="1800">
                <a:latin typeface="微软雅黑"/>
              </a:defRPr>
            </a:pPr>
            <a:r>
              <a:t>    </a:t>
            </a:r>
          </a:p>
          <a:p>
            <a:pPr>
              <a:defRPr sz="1800">
                <a:latin typeface="微软雅黑"/>
              </a:defRPr>
            </a:pPr>
            <a:r>
              <a:t>    2. 写出情境等量关系：</a:t>
            </a:r>
          </a:p>
          <a:p>
            <a:pPr>
              <a:defRPr sz="1800">
                <a:latin typeface="微软雅黑"/>
              </a:defRPr>
            </a:pPr>
            <a:r>
              <a:t>    班级原有45人，转来x人，现在有48人。</a:t>
            </a:r>
          </a:p>
          <a:p>
            <a:pPr>
              <a:defRPr sz="1800">
                <a:latin typeface="微软雅黑"/>
              </a:defRPr>
            </a:pPr>
            <a:r>
              <a:t>    </a:t>
            </a:r>
          </a:p>
          <a:p>
            <a:pPr>
              <a:defRPr sz="1800">
                <a:latin typeface="微软雅黑"/>
              </a:defRPr>
            </a:pPr>
            <a:r>
              <a:t>    3. 判断对错：</a:t>
            </a:r>
          </a:p>
          <a:p>
            <a:pPr>
              <a:defRPr sz="1800">
                <a:latin typeface="微软雅黑"/>
              </a:defRPr>
            </a:pPr>
            <a:r>
              <a:t>    ① 含有字母的式子叫方程。（ ）</a:t>
            </a:r>
          </a:p>
          <a:p>
            <a:pPr>
              <a:defRPr sz="1800">
                <a:latin typeface="微软雅黑"/>
              </a:defRPr>
            </a:pPr>
            <a:r>
              <a:t>    ② 方程一定是等式。（ 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课堂巩固-巩固练习：提升题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根据题意列方程：</a:t>
            </a:r>
          </a:p>
          <a:p>
            <a:pPr>
              <a:defRPr sz="1800">
                <a:latin typeface="微软雅黑"/>
              </a:defRPr>
            </a:pPr>
            <a:r>
              <a:t>    商店运来8箱苹果，每箱x千克，卖出40千克后，还剩24千克。</a:t>
            </a:r>
          </a:p>
          <a:p>
            <a:pPr>
              <a:defRPr sz="1800">
                <a:latin typeface="微软雅黑"/>
              </a:defRPr>
            </a:pPr>
            <a:r>
              <a:t>    </a:t>
            </a:r>
          </a:p>
          <a:p>
            <a:pPr>
              <a:defRPr sz="1800">
                <a:latin typeface="微软雅黑"/>
              </a:defRPr>
            </a:pPr>
            <a:r>
              <a:t>    请思考：题目中的等量关系是什么？</a:t>
            </a:r>
          </a:p>
          <a:p>
            <a:pPr>
              <a:defRPr sz="1800">
                <a:latin typeface="微软雅黑"/>
              </a:defRPr>
            </a:pPr>
            <a:r>
              <a:t>    （提示：运来的总重量 - 卖出的重量 = 剩下的重量）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课堂小结-本课总结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今天我们学习了三个核心知识点：</a:t>
            </a:r>
          </a:p>
          <a:p>
            <a:pPr>
              <a:defRPr sz="1800">
                <a:latin typeface="微软雅黑"/>
              </a:defRPr>
            </a:pPr>
            <a:r>
              <a:t>    1. 用字母可以表示未知数量和数量关系。</a:t>
            </a:r>
          </a:p>
          <a:p>
            <a:pPr>
              <a:defRPr sz="1800">
                <a:latin typeface="微软雅黑"/>
              </a:defRPr>
            </a:pPr>
            <a:r>
              <a:t>    2. 等量关系是两组相等的数量，是列方程的基础。</a:t>
            </a:r>
          </a:p>
          <a:p>
            <a:pPr>
              <a:defRPr sz="1800">
                <a:latin typeface="微软雅黑"/>
              </a:defRPr>
            </a:pPr>
            <a:r>
              <a:t>    3. 含有未知数的等式就是方程，牢记“等式+未知数”两大核心特征。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微软雅黑"/>
              </a:defRPr>
            </a:pPr>
            <a:r>
              <a:t>课堂小结-谢谢观看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微软雅黑"/>
              </a:defRPr>
            </a:pPr>
            <a:r>
              <a:t>    同学们表现得非常棒！希望大家课后多多练习，熟练掌握今天所学的知识。下课！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